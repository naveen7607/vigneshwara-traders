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VIGNESHWARA TRADERS PRICE TRACKER</a:t>
            </a:r>
            <a:br/>
            <a:r>
              <a:t>&amp; MATERIAL ESTIMATOR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  <a:latin typeface="Arial"/>
              </a:defRPr>
            </a:pPr>
            <a:r>
              <a:t>Presented by:</a:t>
            </a:r>
            <a:br/>
            <a:r>
              <a:t>&lt;Name of the student&gt; (Reg. No: &lt;Reg. No&gt;)</a:t>
            </a:r>
            <a:br/>
            <a:r>
              <a:t>&lt;Name of the student&gt; (Reg. No: &lt;Reg. No&gt;)</a:t>
            </a:r>
            <a:br/>
            <a:r>
              <a:t>&lt;Name of the student&gt; (Reg. No: &lt;Reg. No&gt;)</a:t>
            </a:r>
            <a:br/>
            <a:br/>
            <a:r>
              <a:t>Under the esteemed guidance of:</a:t>
            </a:r>
            <a:br/>
            <a:r>
              <a:t>&lt;Internship Guide name&gt; (&lt;Designation&gt;)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B82F6"/>
                </a:solidFill>
                <a:latin typeface="Arial"/>
              </a:defRPr>
            </a:pPr>
            <a:r>
              <a:t>AURORA HIGHER EDUCATION AND RESEARCH ACADEMY  | 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0F19"/>
                </a:solidFill>
                <a:latin typeface="Arial"/>
              </a:defRPr>
            </a:pPr>
            <a:r>
              <a:t>JOURNEY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The full project development lifecycle mapped in three clear phases: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Phase 1: Problem Identified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Vigneshwara Traders experienced business challenges due to volatile market pricing of raw materials.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Civil builders and contractors had to call or visit the store, causing delayed quotes and support overhead.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Phase 2: Research Done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Analysed communication models (HTTP Polling vs WebSockets) and session security mechanisms.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Selected a MERN monorepo structure to facilitate rapid local rendering and clean routing separation.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Phase 3: System Designed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Engineered a bilingual localized client frontend hosted at https://vigneshwaratraders.vercel.app/.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Constructed a secure Express API server on Render communicating with a MongoDB Atlas cloud backend.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0F19"/>
                </a:solidFill>
                <a:latin typeface="Arial"/>
              </a:defRPr>
            </a:pPr>
            <a:r>
              <a:t>FINAL 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Summary of planned vs. delivered features for the completed MERN system: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Modules Delivered Successfully: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Public Storefront: Dynamic pricing views for 5 core materials (Cement, Steel, Bricks, Sand, Aggregate).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Dual-Language Support: Full localization toggles (English / Hindi) across public routes.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Construction Material Estimator: Real-time calculators mapping area dimensions to material quantities.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Admin Console: JWT-cookie authenticated dashboard to control pricing schemas, subscriber logs, and client leads.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Unified Alert Engine: Dispatches WhatsApp, email, and toast notifications about pricing hikes or drops.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Planned vs. Descoped Actions: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Descoped: Automated government price sync schedules.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Reason: The owner requested 100% manual pricing control to adjust rate boundaries based on regional logistics.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Source Code Repository: https://github.com/naveen7607/vigneshwara-traders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Live Deployed Website: https://vigneshwaratraders.vercel.app/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0F19"/>
                </a:solidFill>
                <a:latin typeface="Arial"/>
              </a:defRPr>
            </a:pPr>
            <a:r>
              <a:t>LIVE DEMO - STEP 1: PUBLIC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Demonstration of the public-facing localized storefront: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User Entry &amp; Landing View: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Accessing the live production URL at https://vigneshwaratraders.vercel.app/.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Home View presents a premium dark-mode theme utilizing glassmorphism cards and layout grids.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Real-Time Prices Index: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Displays structural steel, cement brands (ACC, UltraTech), aggregates, red bricks, and sand rates.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Historical rates are struck through (e.g. ~~₹68,000~~) showing clear retail history next to live rates.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Localization Toggles: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Toggle switch allows users to transition the complete page text and material catalogs between English and Hindi.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0F19"/>
                </a:solidFill>
                <a:latin typeface="Arial"/>
              </a:defRPr>
            </a:pPr>
            <a:r>
              <a:t>LIVE DEMO - STEP 2: INTERACTIVE ESTIMATOR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Demonstration of the material quantity and cost calculation engine: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User Material Input Flow: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User selects a specific raw material card (e.g., Cement or Steel) or opens the global Estimator modal.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Enters building dimensions, such as construction area in square feet, ton volumes, or brick counts.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Real-Time Local Calculations: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React state automatically triggers algorithms to calculate estimated resource units.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Outputs required cement bags, steel tons, aggregate cubic feet, or bricks without page reloads.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Lead Generation System: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User clicks 'Submit Inquiry' to send their estimated specifications directly to the store admin.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Form fields validate in real-time, verifying contact inputs before persistence.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0F19"/>
                </a:solidFill>
                <a:latin typeface="Arial"/>
              </a:defRPr>
            </a:pPr>
            <a:r>
              <a:t>LIVE DEMO - STEP 3: SECURE ADMIN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Accessing the secure administrative panel and backend authentication details: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Protected Route Entrance: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Store administrator navigates to the private routing path in their browser.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Encounters a login card prompting for verified administrative credentials.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Secure Handshake and Cookie Storage: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Enters matching credentials. The Node/Express server validates the hash using bcryptjs.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Returns a signed JSON Web Token (JWT) transmitted to the client browser inside HTTP-only cookies.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Persistent Admin Session: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Session remains active in the browser. Admin can refresh or close windows without logging out.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All administrative data (subscribers list, customer inquiries) is safely guarded behind this session.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0F19"/>
                </a:solidFill>
                <a:latin typeface="Arial"/>
              </a:defRPr>
            </a:pPr>
            <a:r>
              <a:t>LIVE DEMO - STEP 4: ADMIN PRICING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Performing price management operations inside the administrator dashboard: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Price Update Workflow: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Admin selects a product from the editable grid (e.g. JSW Steel or ACC Cement).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Types a new rate inside the input field and clicks the update icon.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Live Database Mutation: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React dispatches a PUT request containing JWT cookie payloads.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Express backend updates the MongoDB document, moving the current price to the historic array.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Colored Visual Trend Graphs: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The UI renders trend indicators dynamically based on the update: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  • Upward Green graph charts indicate a rate hike.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  • Downward Red graph charts indicate a rate drop.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  • Horizontal Blue lines indicate a stable 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0F19"/>
                </a:solidFill>
                <a:latin typeface="Arial"/>
              </a:defRPr>
            </a:pPr>
            <a:r>
              <a:t>LIVE DEMO - STEP 5: MULTI-CHANNEL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Triggering the notification broadcast engine from the administrator interface: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Unified Notification Trigger: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From the admin dashboard, the manager clicks a single 'Broadcast Alerts' button.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Instead of individual messages, the system compiles every modified price into a single unified alert.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Broadcast Channels Dispatch: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Dispatches HTTP REST calls to the WhatsApp API and SMTP services (Nodemailer).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Message Formatting: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Sends a structured broadcast including updated pricing, struck-through historic rates, and indicators.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Real-time Browser Toasts: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Public users currently browsing the website receive in-app toast alerts about updated rates.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0F19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The final as-built MERN stack architecture layout: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Frontend Layer (Vercel):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React 19 Client served globally via Vercel Edge Server.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Assets, icons, translation engines render locally for optimal performance.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Backend API Layer (Render):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Node.js / Express 5 API Server handling REST queries.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Routes divided into `/api/auth`, `/api/products`, `/api/inquiries`, and `/api/subscribers`.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Database Layer (MongoDB Atlas):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MongoDB cloud database storing customer leads and product documents.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External Services Integration: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Node.js dispatches automated Email alerts and WhatsApp API payloads to notify subscribers.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Reverse Proxy Rewrite: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Vercel routes `/api/:path*` to Render to prevent CORS errors.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0F19"/>
                </a:solidFill>
                <a:latin typeface="Arial"/>
              </a:defRPr>
            </a:pPr>
            <a:r>
              <a:t>TECHNICAL CODE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Key code resolutions implemented to secure and optimize the codebase: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1. Express 5 Wildcard Routing Resolution: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Express 5's upgraded parser crashed with app.get('*') due to strict parameters.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Refactored into a request-method middleware using app.use():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  • Checks if the request is a GET method and not directed to /api.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  • Safely serves React's compiled index.html without parsing issues.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2. Secure Cookie-based JWT Handshake: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Dispatched HTTP-only secure cookies containing the session signature.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Prevented client-side scripts from reading administrative tokens, neutralizing XSS risks.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3. Responsive UI Theme System: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Engineered CSS color mappings and glassmorphism styling using custom variables.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Optimized browser rendering paths by minimizing layout recalculations.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0F19"/>
                </a:solidFill>
                <a:latin typeface="Arial"/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MongoDB Collections structure and design schema overview: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1. Products Collection: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Fields: name, category, currentPrice, priceHistory (Array of numbers), lastUpdated.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Design Decision: Storing previous rates inside an array allows historical struck-through representations.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2. Users Collection (Admin Credentials):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Fields: username, password (bcrypt hashed), createdAt.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3. Subscribers Collection: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Fields: phone, email, isWhatsAppSubed, isEmailSubed, createdAt.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4. Inquiries Collection: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Fields: clientName, phone, email, message, materialType, estimatedQuantity, createdAt.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5. BroadcastLogs Collection: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- Fields: sender, type, messageContent, recipientsCount, status, sentAt.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0F19"/>
                </a:solidFill>
                <a:latin typeface="Arial"/>
              </a:defRPr>
            </a:pPr>
            <a:r>
              <a:t>CHALLENGES &amp; SOLUTIONS -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Technical issues resolved during database setup and server configurations: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Challenge 1: Express 5 Wildcard Routing Crash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Problem: Upon deploying the backend, the server crashed with 'PathError: Missing parameter name'.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What we tried first: Tried escaping the wildcard character like app.get('\*').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Why it failed: Express 5 uses path-to-regexp v8 which completely dropped the un-named wildcard.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What we did instead: Refactored the catch-all router to use a custom app.use() middleware.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Learning: Express versions differ in routing engines; middleware is more robust for fallbacks.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Challenge 2: Admin Session Expiry &amp; Inquiries Sync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Problem: Administrators were logged out frequently, causing active data display lag.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What we tried first: Storing the login token in localStorage.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Why it failed: Vulnerable to XSS, and tokens cleared on browser closes.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What we did instead: Persisted sessions inside secure httpOnly JWT cookies with long lifespans.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Learning: Session persistence requires secure cookies rather than browser storage.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0F19"/>
                </a:solidFill>
                <a:latin typeface="Arial"/>
              </a:defRPr>
            </a:pPr>
            <a:r>
              <a:t>CHALLENGES &amp; SOLUTIONS -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Technical issues resolved during frontend assembly and repository setup: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Challenge 3: Vercel Peer Dependency Conflict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Problem: Vercel aborted frontend builds due to npm ERESOLVE peer dependency warnings.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What we tried first: Added --legacy-peer-deps to local scripts.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Why it failed: Vercel's automated builder ignored local run scripts and used default npm ci.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What we did instead: Added .npmrc file to client root, and upgraded lucide-react to 1.21.0.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Learning: Upgrading dependencies directly resolves peer conflicts cleanly on cloud builders.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Challenge 4: Repository Remote URL Re-alignment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Problem: The git remote target changed to https://github.com/naveen7607/vigneshwara-traders.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What we tried first: Pulled commits normally, but git threw divergent history conflicts.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What we did instead: Changed the remote URL, resolved conflicts, and force-pushed to origin main.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Learning: Aligning git remotes early prevents commit blockages on auto-deployment hooks.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0F19"/>
                </a:solidFill>
                <a:latin typeface="Arial"/>
              </a:defRPr>
            </a:pPr>
            <a:r>
              <a:t>TESTING &amp; VALIDATION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Final testing results demonstrating system completeness: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Functional Verification Methods: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REST API Testing: Tested endpoints using Postman to verify JWT authentication validations.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Frontend Build Verification: Verified client-side assets build with no warnings via Vite compiler.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Integration Flow Checks: Validated user-to-admin inquiries pipeline end-to-end.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Bugs Found &amp; Resolved: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Authentication Bug: Admin dashboard failed to fetch subscribers list upon reload.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  - Fix: Configured axios client to include credentials flag (`withCredentials: true`) to pass cookies.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Alert Routing Bug: Price drops were shown as hikes in notification texts.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  - Fix: Corrected comparison checks mapping the new rate against the preceding historic value.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Overall System Status: 100% stable in production.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0F19"/>
                </a:solidFill>
                <a:latin typeface="Arial"/>
              </a:defRPr>
            </a:pPr>
            <a:r>
              <a:t>LEARNINGS, 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Professional growth outcomes, boundaries, and roadmap for future iterations: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Technical &amp; Professional Learnings: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Decoupled Deployments: Mastered proxying client requests across distinct hosting networks.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Version Upgrades: Experienced migration patterns in Express 5 and React 19 libraries.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Agile Response: Handled scope adjustments like removing scheduled syncs for manual admin controls.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System Limitations (Current Version):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Ephemeral Files: Render's free tier clears local image uploads upon instance restarts.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Alert Channels: WhatsApp notifications require manual admin dispatch triggers.</a:t>
            </a:r>
          </a:p>
          <a:p>
            <a:pPr>
              <a:spcBef>
                <a:spcPts val="8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Future Scope Roadmap: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Cloud Image Storage: Integrate Cloudinary or Amazon S3 buckets for product image persistence.</a:t>
            </a:r>
          </a:p>
          <a:p>
            <a:pPr lvl="1">
              <a:defRPr sz="1300">
                <a:solidFill>
                  <a:srgbClr val="475569"/>
                </a:solidFill>
                <a:latin typeface="Arial"/>
              </a:defRPr>
            </a:pPr>
            <a:r>
              <a:t>• Historical Analytics: Render pricing fluctuation graphs using Chart.js or Recharts.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  <a:latin typeface="Arial"/>
              </a:defRPr>
            </a:pPr>
            <a:r>
              <a:t>Questions &amp; Answers Session</a:t>
            </a:r>
            <a:br/>
            <a:br/>
            <a:r>
              <a:t>Full-Stack MERN Platform for Vigneshwara Traders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B82F6"/>
                </a:solidFill>
                <a:latin typeface="Arial"/>
              </a:defRPr>
            </a:pPr>
            <a:r>
              <a:t>Live Site: https://vigneshwaratraders.vercel.app/</a:t>
            </a:r>
            <a:br/>
            <a:r>
              <a:t>Source Code: https://github.com/naveen7607/vigneshwara-traders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