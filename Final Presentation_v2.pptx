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40D35-C9A9-4500-8057-C311C3DD2ED3}" v="2" dt="2026-06-28T06:29:13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KUMAR G" userId="e72f90245675cd9e" providerId="LiveId" clId="{10EBD121-4044-4094-8C85-42663CBDB0FD}"/>
    <pc:docChg chg="undo custSel modSld">
      <pc:chgData name="NAVEEN KUMAR G" userId="e72f90245675cd9e" providerId="LiveId" clId="{10EBD121-4044-4094-8C85-42663CBDB0FD}" dt="2026-06-28T06:34:01.600" v="29" actId="403"/>
      <pc:docMkLst>
        <pc:docMk/>
      </pc:docMkLst>
      <pc:sldChg chg="modSp mod">
        <pc:chgData name="NAVEEN KUMAR G" userId="e72f90245675cd9e" providerId="LiveId" clId="{10EBD121-4044-4094-8C85-42663CBDB0FD}" dt="2026-06-28T06:34:01.600" v="29" actId="403"/>
        <pc:sldMkLst>
          <pc:docMk/>
          <pc:sldMk cId="0" sldId="256"/>
        </pc:sldMkLst>
        <pc:spChg chg="mod">
          <ac:chgData name="NAVEEN KUMAR G" userId="e72f90245675cd9e" providerId="LiveId" clId="{10EBD121-4044-4094-8C85-42663CBDB0FD}" dt="2026-06-28T06:33:45.669" v="27" actId="948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VEEN KUMAR G" userId="e72f90245675cd9e" providerId="LiveId" clId="{10EBD121-4044-4094-8C85-42663CBDB0FD}" dt="2026-06-28T06:34:01.600" v="29" actId="403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23:06.379" v="8" actId="14100"/>
        <pc:sldMkLst>
          <pc:docMk/>
          <pc:sldMk cId="0" sldId="257"/>
        </pc:sldMkLst>
        <pc:spChg chg="mod">
          <ac:chgData name="NAVEEN KUMAR G" userId="e72f90245675cd9e" providerId="LiveId" clId="{10EBD121-4044-4094-8C85-42663CBDB0FD}" dt="2026-06-28T06:22:55.867" v="6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VEEN KUMAR G" userId="e72f90245675cd9e" providerId="LiveId" clId="{10EBD121-4044-4094-8C85-42663CBDB0FD}" dt="2026-06-28T06:23:00.764" v="7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NAVEEN KUMAR G" userId="e72f90245675cd9e" providerId="LiveId" clId="{10EBD121-4044-4094-8C85-42663CBDB0FD}" dt="2026-06-28T06:23:06.379" v="8" actId="14100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24:44.263" v="14" actId="1036"/>
        <pc:sldMkLst>
          <pc:docMk/>
          <pc:sldMk cId="0" sldId="259"/>
        </pc:sldMkLst>
        <pc:spChg chg="mod">
          <ac:chgData name="NAVEEN KUMAR G" userId="e72f90245675cd9e" providerId="LiveId" clId="{10EBD121-4044-4094-8C85-42663CBDB0FD}" dt="2026-06-28T06:24:00.271" v="1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VEEN KUMAR G" userId="e72f90245675cd9e" providerId="LiveId" clId="{10EBD121-4044-4094-8C85-42663CBDB0FD}" dt="2026-06-28T06:24:44.263" v="14" actId="1036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25:12.333" v="17" actId="1036"/>
        <pc:sldMkLst>
          <pc:docMk/>
          <pc:sldMk cId="0" sldId="260"/>
        </pc:sldMkLst>
        <pc:spChg chg="mod">
          <ac:chgData name="NAVEEN KUMAR G" userId="e72f90245675cd9e" providerId="LiveId" clId="{10EBD121-4044-4094-8C85-42663CBDB0FD}" dt="2026-06-28T06:25:12.333" v="17" actId="1036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19:57.066" v="1" actId="14100"/>
        <pc:sldMkLst>
          <pc:docMk/>
          <pc:sldMk cId="0" sldId="263"/>
        </pc:sldMkLst>
        <pc:spChg chg="mod">
          <ac:chgData name="NAVEEN KUMAR G" userId="e72f90245675cd9e" providerId="LiveId" clId="{10EBD121-4044-4094-8C85-42663CBDB0FD}" dt="2026-06-28T06:19:57.066" v="1" actId="14100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21:31.396" v="3" actId="14100"/>
        <pc:sldMkLst>
          <pc:docMk/>
          <pc:sldMk cId="0" sldId="266"/>
        </pc:sldMkLst>
        <pc:spChg chg="mod">
          <ac:chgData name="NAVEEN KUMAR G" userId="e72f90245675cd9e" providerId="LiveId" clId="{10EBD121-4044-4094-8C85-42663CBDB0FD}" dt="2026-06-28T06:21:31.396" v="3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NAVEEN KUMAR G" userId="e72f90245675cd9e" providerId="LiveId" clId="{10EBD121-4044-4094-8C85-42663CBDB0FD}" dt="2026-06-28T06:21:22.972" v="2" actId="14100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22:33.820" v="5" actId="14100"/>
        <pc:sldMkLst>
          <pc:docMk/>
          <pc:sldMk cId="0" sldId="270"/>
        </pc:sldMkLst>
        <pc:spChg chg="mod">
          <ac:chgData name="NAVEEN KUMAR G" userId="e72f90245675cd9e" providerId="LiveId" clId="{10EBD121-4044-4094-8C85-42663CBDB0FD}" dt="2026-06-28T06:22:28.199" v="4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NAVEEN KUMAR G" userId="e72f90245675cd9e" providerId="LiveId" clId="{10EBD121-4044-4094-8C85-42663CBDB0FD}" dt="2026-06-28T06:22:33.820" v="5" actId="14100"/>
          <ac:spMkLst>
            <pc:docMk/>
            <pc:sldMk cId="0" sldId="270"/>
            <ac:spMk id="5" creationId="{00000000-0000-0000-0000-000000000000}"/>
          </ac:spMkLst>
        </pc:spChg>
      </pc:sldChg>
      <pc:sldChg chg="modSp mod">
        <pc:chgData name="NAVEEN KUMAR G" userId="e72f90245675cd9e" providerId="LiveId" clId="{10EBD121-4044-4094-8C85-42663CBDB0FD}" dt="2026-06-28T06:27:37.289" v="19" actId="207"/>
        <pc:sldMkLst>
          <pc:docMk/>
          <pc:sldMk cId="0" sldId="271"/>
        </pc:sldMkLst>
        <pc:spChg chg="mod">
          <ac:chgData name="NAVEEN KUMAR G" userId="e72f90245675cd9e" providerId="LiveId" clId="{10EBD121-4044-4094-8C85-42663CBDB0FD}" dt="2026-06-28T06:27:37.289" v="19" actId="207"/>
          <ac:spMkLst>
            <pc:docMk/>
            <pc:sldMk cId="0" sldId="271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veen7607/vigneshwara-traders" TargetMode="External"/><Relationship Id="rId2" Type="http://schemas.openxmlformats.org/officeDocument/2006/relationships/hyperlink" Target="https://vigneshwaratraders.vercel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7680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600"/>
              </a:spcAft>
              <a:defRPr sz="3200" b="1">
                <a:solidFill>
                  <a:srgbClr val="2DD4BF"/>
                </a:solidFill>
                <a:latin typeface="Arial"/>
              </a:defRPr>
            </a:pPr>
            <a:r>
              <a:rPr dirty="0"/>
              <a:t>VIGNESHWARA TRADERS</a:t>
            </a:r>
            <a:endParaRPr lang="en-US" dirty="0"/>
          </a:p>
          <a:p>
            <a:pPr algn="ctr">
              <a:spcAft>
                <a:spcPts val="600"/>
              </a:spcAft>
              <a:defRPr sz="3200" b="1">
                <a:solidFill>
                  <a:srgbClr val="2DD4BF"/>
                </a:solidFill>
                <a:latin typeface="Arial"/>
              </a:defRPr>
            </a:pPr>
            <a:r>
              <a:rPr sz="2400" dirty="0"/>
              <a:t>PRICE TRACKER</a:t>
            </a:r>
            <a:r>
              <a:rPr lang="en-US" sz="2400" dirty="0"/>
              <a:t> </a:t>
            </a:r>
            <a:r>
              <a:rPr sz="2400" dirty="0"/>
              <a:t>&amp; MATERIAL ESTIMATOR</a:t>
            </a:r>
          </a:p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rPr dirty="0"/>
              <a:t>Presented by:</a:t>
            </a:r>
            <a:br>
              <a:rPr dirty="0"/>
            </a:br>
            <a:r>
              <a:rPr dirty="0"/>
              <a:t>• &lt;Name of the student&gt; (Reg. No: &lt;Reg. No&gt;)</a:t>
            </a:r>
            <a:br>
              <a:rPr dirty="0"/>
            </a:br>
            <a:r>
              <a:rPr dirty="0"/>
              <a:t>• &lt;Name of the student&gt; (Reg. No: &lt;Reg. No&gt;)</a:t>
            </a:r>
            <a:br>
              <a:rPr dirty="0"/>
            </a:br>
            <a:r>
              <a:rPr dirty="0"/>
              <a:t>• &lt;Name of the student&gt; (Reg. No: &lt;Reg. No&gt;)</a:t>
            </a:r>
            <a:br>
              <a:rPr dirty="0"/>
            </a:br>
            <a:br>
              <a:rPr dirty="0"/>
            </a:br>
            <a:r>
              <a:rPr dirty="0"/>
              <a:t>Under the guidance of:</a:t>
            </a:r>
            <a:br>
              <a:rPr dirty="0"/>
            </a:br>
            <a:r>
              <a:rPr dirty="0"/>
              <a:t>&lt;Internship Guide name&gt; (&lt;Designation&gt;)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9978" y="5943600"/>
            <a:ext cx="54040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rPr sz="1400" dirty="0"/>
              <a:t>DEPARTMENT OF COMPUTER SCIENCE AND ENGINEERING</a:t>
            </a:r>
            <a:br>
              <a:rPr sz="1400" dirty="0"/>
            </a:br>
            <a:r>
              <a:rPr sz="1400" dirty="0"/>
              <a:t>AURORA HIGHER EDUCATION AND RESEARCH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JOURNEY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496037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01 | 🔴 PROBLEM IDENTIFIED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Material Fluctuations: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Raw material prices change daily based on local demand.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Operational Overheads: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Customers had to call store or visit manually to verify rates.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Communication Delays: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Slow estimation drafting caused business blockages.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3474720"/>
            <a:ext cx="32004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377440" cy="496037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02 | 🔍 RESEARCH DONE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Data Synchronization: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HTTP short polling was chosen over open </a:t>
            </a:r>
            <a:r>
              <a:rPr dirty="0" err="1"/>
              <a:t>WebSockets</a:t>
            </a:r>
            <a:r>
              <a:rPr dirty="0"/>
              <a:t> to conserve server resources.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Security Hardening: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JWT persistent cookies with </a:t>
            </a:r>
            <a:r>
              <a:rPr dirty="0" err="1"/>
              <a:t>HttpOnly</a:t>
            </a:r>
            <a:r>
              <a:rPr dirty="0"/>
              <a:t> flags were designed to block XSS vulnerabilities.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Proxy Configuration: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Resolving </a:t>
            </a:r>
            <a:r>
              <a:rPr dirty="0" err="1"/>
              <a:t>Vercel</a:t>
            </a:r>
            <a:r>
              <a:rPr dirty="0"/>
              <a:t> CORS constraints.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3474720"/>
            <a:ext cx="32004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2377440" cy="496037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03 | 🚀 SYSTEM DESIGNED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Frontend Interface: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React 19 storefront hosted at https://vigneshwaratraders.vercel.app/.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Backend Rest API: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Node/Express 5 server securely hosted on Render.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Repository Hosting: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Managed source files on GitHub at: https://github.com/naveen7607/vigneshwara-traders.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FINAL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🛠️ DELIVERED MODULES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Dynamic Client Frontpage: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Presents 5 core materials (Cement, Steel, Bricks, Sand, Aggregate).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Bilingual Localization Toggles: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Switches interface and database term fields between English &amp; Hindi.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Material Estimator Engine: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Area inputs map to precise quantity volumes.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Admin Portal &amp; Alert Dispatcher: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Handles pricing mutations, subscriber databases, and WhatsApp broadcasts.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🌐 SCOPE &amp; DEPLOYMENTS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Manual Admin Control Override: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Descoped: Automated government price sync schedules.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Reason: Store owners requested 100% manual pricing control to factor in regional freight charges.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Live Production Access: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Deployed URL: https://vigneshwaratraders.vercel.app/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Repository: https://github.com/naveen7607/vigneshwara-traders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Database: Cloud Atlas MongoDB.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STEP 1: PUBLIC PRICING STOREFRONT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📱 PUBLIC FRONT PAGE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User Navigation View: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Users access the storefront at the live Verel address.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Presents a premium </a:t>
            </a:r>
            <a:r>
              <a:rPr dirty="0" err="1"/>
              <a:t>glassmorphic</a:t>
            </a:r>
            <a:r>
              <a:rPr dirty="0"/>
              <a:t> visual interface.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Price History Tracking: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Displays ACC, UltraTech, JSW Steel, Sand, and Bricks.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Struck-through styling highlights historic prices next to live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81432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🌐 TRANSLATION &amp; GRAPH ICONS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bilingual Support: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Toggling the localization switch changes text between English and Hindi.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Visual Status Trends: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Icon graphics showcase rate directions dynamically: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  - Green upwards charts (Rate Hikes)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  - Red downwards charts (Rate Drops)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  - Blue horizontal indicators (Stable)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STEP 2: QUANTITY ESTIMATOR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🛠️ ESTIMATOR INPUTS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Interactive Sizing Form: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Clients load global calculation widgets from active product cards.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Inputs accept dimensions, steel volumes, or bricks.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Real-time Local Calculator: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Dispatches calculations instantly on React state changes.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Outputs cement bags, steel tons, aggregate cubic feet.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81432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📥 INQUIRY LEADS CAPTURE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Validation Validations: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Contact field validation ensures formatting conforms to standards.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Lead Capture Pipeline: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Client submits inquiries directly to the store manager.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Leads are saved inside the Inquiries database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STEP 3: SECURE ADMINISTRATOR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🔒 ADMINISTRATOR ENTRANCE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Protected Route Verification: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Admin navigates to the custom administrative layout.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Encounter login forms locked under route restrictions.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Secure Hash Matching: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Server compares passwords using bcryptjs hashing.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Issues authenticated JSON Web Tokens (JWT).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🍪 JWT COOKIE PERSISTENCE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HttpOnly Secure Cookies: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Transmits JWT tokens in secure cookies to prevent XSS scripts.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Long-Lived Session Logins: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Admin session persists until they choose to logout.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Restricts access to subscriber databases.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STEP 4: PRICING ADJUSTMENT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📈 PRODUCT MATRIX GRIDS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Manual Grid Updating: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Admin updates item prices directly inside the dashboard table.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Sends PUT request containing JWT cookie payloads.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Schema Array Mutations: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Moves current price index to the historical database array.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Saves updated value as currentPrice.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📊 COLOR DYNAMICS LOGIC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Dynamic Icon Codes: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System compares currentPrice with previous indices.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Instantly applies visual changes: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- Price Hike: Renders upward green graphs.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- Price Drop: Renders downward red graphs.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- Stable: Renders horizontal blue indicators.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STEP 5: ALERT DISPATCHER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✉️ CONSOLIDATED ALERTS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Unified Pricing Compile: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Admin triggers broadcast from dashboard with a single click.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Compiles all modified rates into a single message.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WhatsApp API Dispatches: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Dispatches alerts containing struck-through prior rates and colored 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📱 DELIVERY PIPELINES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 err="1"/>
              <a:t>Nodemailer</a:t>
            </a:r>
            <a:r>
              <a:rPr dirty="0"/>
              <a:t> Transporter: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Dispatches email notifications to active subscribers.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In-App Toast Alerts: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Renders real-time push alerts to active storefront visitors.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Notifies clients of changes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SYSTEM ARCHITECTURE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💻 CLIENT (VERCEL)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React 19 Frontend App: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Renders premium dark-mode glassmorphic layouts.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Handles bilingual translation changes locally.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Routes API requests through Vercel proxy configuration.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Receives real-time browser toasts.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3474720"/>
            <a:ext cx="32004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3774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⚙️ API SERVER (RENDER)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Node/Express 5 Server: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Handles REST endpoint validations.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Secures routes with JWT cookie validation.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Dispatches WhatsApp Cloud API payloads.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Dispatches SMTP transmittals via Nodemailer.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3474720"/>
            <a:ext cx="32004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23774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🗄️ CLOUD DB (ATLAS)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MongoDB Storage: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Products document histories.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Users login credentials.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Subscribers communication opt-ins.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Inquiries leads logging.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Broadcast history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TECHNICAL CODE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🛠️ EXPRESS 5 ROUTING WORKAROUND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Wildcard Router Parser Crash: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Express 5's upgraded parser crashed with app.get('*') due to strict parameters.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Refactored to custom app.use() middleware to route request endpoints.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Middleware filters req.method === 'GET' and bypasses /api requests.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Safely serves React's compiled index.html without parsing issues.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🔒 SECURITY &amp; LAYOUT CONFIGS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JWT Cookie Persistent Sessions: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Encrypts cookies containing the JWT key with HTTP-only flags.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Prevents client-side scripts from reading administrative tokens.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Theme System Configuration: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Styled with clean CSS variables.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Glow elements, hover card effects, and visual graphs are optimized for smooth rendering.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📦 PRODUCT COLLECTIONS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Products Schema: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name: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category: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currentPrice: Number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priceHistory: Array [Number]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lastUpdated: Date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Array Design Decision: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F8FAFC"/>
                </a:solidFill>
                <a:latin typeface="Arial"/>
              </a:defRPr>
            </a:pPr>
            <a:r>
              <a:t>Logging historic rates inside an array allows historical struck-through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58529"/>
            <a:ext cx="2377440" cy="486795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👥 CLIENT DATA SCHEMAS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Inquiries Schema: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clientName: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phone: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email: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message: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estimatedQuantity: Number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Users Schema: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username: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password (bcrypt hash)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22680"/>
            <a:ext cx="2377440" cy="5003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✉️ SUBS &amp; LOGS SCHEMAS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Subscribers Schema: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phone: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email: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isWhatsAppSubed</a:t>
            </a:r>
            <a:r>
              <a:rPr dirty="0"/>
              <a:t>: Boolean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isEmailSubed</a:t>
            </a:r>
            <a:r>
              <a:rPr dirty="0"/>
              <a:t>: Boolean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 err="1"/>
              <a:t>BroadcastLogs</a:t>
            </a:r>
            <a:r>
              <a:rPr dirty="0"/>
              <a:t> Schema: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messageContent</a:t>
            </a:r>
            <a:r>
              <a:rPr dirty="0"/>
              <a:t>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recipientsCount</a:t>
            </a:r>
            <a:r>
              <a:rPr dirty="0"/>
              <a:t>: Number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status: String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sentAt</a:t>
            </a:r>
            <a:r>
              <a:rPr dirty="0"/>
              <a:t>: 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CHALLENGES &amp; SOLUTIONS - 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🛠️ 1. EXPRESS 5 WILDCARD CRASH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Problem Encountered: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Server crashed with 'PathError: Missing parameter name' during Express 5 setup.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What We Tried First: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Tried escaping wildcard values.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Why It Failed: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Express 5 uses path-to-regexp v8 which dropped un-named wildcard.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Resolution: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Refactored to custom app.use() middleware to serve index.html.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🔒 2. ADMIN SESSION EXPIRY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Problem Encountered: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Administrative dashboard data loading was frequently interrupted.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What We Tried First: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Stored session tokens inside client localStorage.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Why It Failed: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localStorage is vulnerable to XSS and clears on window closes.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Resolution: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Configured secure httpOnly JWT cookies with long persistence.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CHALLENGES &amp; SOLUTIONS - 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📦 3. VERCEL DEPLOYMENT BLOCKED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Problem Encountered: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Vercel builds failed due to npm ERESOLVE peer conflicts.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What We Tried First: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Ran builds using local scripts with --legacy-peer-deps.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Why It Failed: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Vercel's builder uses npm ci, which ignores script flags.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Resolution: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Added .npmrc rules to client, and upgraded lucide-react.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🌐 4. GIT REMOTE RE-ALIGNMENT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Problem Encountered: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The remote URL changed, causing git conflicts.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What We Tried First: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Tried pulling updates directly from main branch.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Why It Failed: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Divergent histories threw unresolved conflicts.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Resolution: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Reset remote URLs, aligned branches, and force-pushed.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TESTING &amp; 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🧪 VERIFICATION METHODS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Postman API Tests: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Tested all REST endpoints to verify routes are JWT secure.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Vite Compilation Audits: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Checked production build outputs for warning-free code.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B2B/B2C Flow Checks: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Walked through dynamic estimator submissions manually.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Confirmed database writes correctly to MongoDB Atlas.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🐛 RESOLVED BUGS LOG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Cookie Credentials Bug: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Admin checks failed on refresh due to missing flags.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Resolution: Configured axios with credentials enabled.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Trend Code Calculation Bug: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Price hikes rendered downward charts.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Resolution: Corrected conditional statements evaluating currentPrice against priceHistory arrays.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Wildcard Path Routing Bug: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Render server crashed on Express 5 routing redirects.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Resolution: Implemented custom app.use() redirects.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BF"/>
                </a:solidFill>
                <a:latin typeface="Arial"/>
              </a:defRPr>
            </a:pPr>
            <a:r>
              <a:t>LEARNINGS,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3774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rPr dirty="0"/>
              <a:t>💡 KEY LEARNINGS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MERN </a:t>
            </a:r>
            <a:r>
              <a:rPr dirty="0" err="1"/>
              <a:t>Monorepos</a:t>
            </a:r>
            <a:r>
              <a:rPr dirty="0"/>
              <a:t>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Gained experience proxying decoupled services in production.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API Security: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Learned value of secure HTTP-only cookies in session persistence.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Agile Adaptability: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Managed customer priorities, such as manual control overrides.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48697"/>
            <a:ext cx="2377440" cy="487778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⚠️ LIMITATIONS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Render Free-Tier Storage: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Ephemeral filesystem: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- Restarts clear local uploads.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API Triggering Controls: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Automated schedules were removed, requiring manual dashboard triggers for dispatches.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23774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12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🚀 FUTURE ROADMAP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Cloud Storage Integrations: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Connect S3 or Cloudinary APIs for product image persistence.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Analytics Dashboard:</a:t>
            </a:r>
          </a:p>
          <a:p>
            <a:pPr lvl="1" algn="l"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• Integrate Chart.js/Recharts to display weekly pricing charts.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7680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D4B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8FAFC"/>
                </a:solidFill>
                <a:latin typeface="Arial"/>
              </a:defRPr>
            </a:pPr>
            <a:r>
              <a:t>Questions &amp; Answers Session</a:t>
            </a:r>
            <a:br/>
            <a:br/>
            <a:r>
              <a:t>Full-Stack MERN Platform for Vigneshwara Traders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2263" y="4389120"/>
            <a:ext cx="50994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B82F6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Live Deployed Portal: </a:t>
            </a:r>
            <a:r>
              <a:rPr dirty="0">
                <a:hlinkClick r:id="rId2"/>
              </a:rPr>
              <a:t>https://vigneshwaratraders.vercel.app/</a:t>
            </a:r>
            <a:br>
              <a:rPr dirty="0"/>
            </a:br>
            <a:r>
              <a:rPr dirty="0">
                <a:solidFill>
                  <a:schemeClr val="bg1">
                    <a:lumMod val="65000"/>
                  </a:schemeClr>
                </a:solidFill>
              </a:rPr>
              <a:t>Source Code: </a:t>
            </a:r>
            <a:r>
              <a:rPr dirty="0">
                <a:hlinkClick r:id="rId3"/>
              </a:rPr>
              <a:t>https://github.com/naveen7607/vigneshwara-traders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1821</Words>
  <Application>Microsoft Office PowerPoint</Application>
  <PresentationFormat>On-screen Show (4:3)</PresentationFormat>
  <Paragraphs>261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 KUMAR G</cp:lastModifiedBy>
  <cp:revision>1</cp:revision>
  <dcterms:created xsi:type="dcterms:W3CDTF">2013-01-27T09:14:16Z</dcterms:created>
  <dcterms:modified xsi:type="dcterms:W3CDTF">2026-06-28T06:34:08Z</dcterms:modified>
  <cp:category/>
</cp:coreProperties>
</file>